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E6D6"/>
    <a:srgbClr val="DFE6E3"/>
    <a:srgbClr val="DFEED6"/>
    <a:srgbClr val="DFE4D6"/>
    <a:srgbClr val="D1E7C3"/>
    <a:srgbClr val="E1EFD9"/>
    <a:srgbClr val="EAF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13815-3144-DCA9-6F49-F692C455C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F602C-10D7-1198-0F18-B0A7074F6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F6BD5-1356-B5B0-A283-EDA732453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071BE-0CDC-4BAD-B2F2-72B697FE389A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F5A43-F767-6992-9E86-3781E8777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7F657-6431-53E9-D6DE-876F23A20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CC194-6AD3-45BA-9639-F3CF239F3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191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538CF-E311-4E8F-8AB6-E9B0359C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D1E23-89C7-6E3B-6BAF-61447CEF5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9AF51-26C2-ED9A-4E7E-CC3832647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071BE-0CDC-4BAD-B2F2-72B697FE389A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51AB1-44ED-0765-7C46-D3E3AA00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D88A2-1289-7017-FE66-3D3AAADEC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CC194-6AD3-45BA-9639-F3CF239F3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7702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EAB65-3BA8-6B8F-8463-216A3C565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083B1-83BA-6F80-9A6A-C9EB0388E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DDD4D-7242-15B2-7147-BECC41451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071BE-0CDC-4BAD-B2F2-72B697FE389A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9FD5-95AA-0048-79A3-4B525FAA4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C6336-D743-8F4B-424C-613C887B9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CC194-6AD3-45BA-9639-F3CF239F3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989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567CD-9254-1997-041A-75065CBFB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B3A59-E3DE-A60D-CB39-6DB102799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95C2A-AAA4-15FF-0FE8-15223A9F4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24DFD-DAC4-0ACB-61DC-83BCB7E4D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071BE-0CDC-4BAD-B2F2-72B697FE389A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8153D-A9AE-F08E-78C7-D28DFEF9D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CCB63-1AC3-217D-C5AB-BD39230D2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CC194-6AD3-45BA-9639-F3CF239F3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3586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2C7B8-D956-DEAB-D00F-6A75EF999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452EB-4B58-A83B-47CE-2124DA098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5BA21C-F184-8E62-7DA2-D507D333C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01A46D-AFF5-09DC-1B05-281E1DAE8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C926A7-F7ED-A393-E7AC-988374CB4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F36326-115A-3A76-3995-3D0966B45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071BE-0CDC-4BAD-B2F2-72B697FE389A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51B1A7-C1FE-6BD2-372B-320F1F4A1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EB84EB-B6BC-50D4-65F1-A596D656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CC194-6AD3-45BA-9639-F3CF239F3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1511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8222-820C-CD6A-3669-45A30F291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0BA0AF-504A-3ADF-F436-29E23C175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071BE-0CDC-4BAD-B2F2-72B697FE389A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A08E4-75D7-1C7A-B9BE-2E694AEF6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3384C-E5C7-48F9-FB07-208D3B7EA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CC194-6AD3-45BA-9639-F3CF239F3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9060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8B810F-AD6A-8794-330C-4E5AEC3BD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071BE-0CDC-4BAD-B2F2-72B697FE389A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07024F-BDF0-BDF6-5CB0-A5D9AB2DA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1279D-D29E-3AA2-0628-054222D8A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CC194-6AD3-45BA-9639-F3CF239F3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978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506EB-92D7-9B91-7CC7-4DCE7132A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A7149-C252-97B0-D453-371159A8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787BE-77F8-5305-4C68-825C0CF13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9F08E-A06C-6AB2-7E3B-1457F7753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071BE-0CDC-4BAD-B2F2-72B697FE389A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6770E-B742-699F-0AD4-E016446E4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D166C-DF3C-45B5-7520-2A37B4527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CC194-6AD3-45BA-9639-F3CF239F3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6953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E544-F022-7D72-D7A6-3810BA40D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BCB15C-8372-9021-281D-C971BEAD6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21C32-CD1C-42D2-6DC3-5E6A7FB00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07011-BF56-809F-A68D-44C9E8039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071BE-0CDC-4BAD-B2F2-72B697FE389A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A12A1-6D32-D9A1-33E2-07804D897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A1244-5CEF-83EA-2D65-C39995960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CC194-6AD3-45BA-9639-F3CF239F3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9806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D53B4-6450-4778-0C78-CB5FAA71B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529B81-9CD4-DBC3-7DF0-6758B25F6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4CA13-8A19-26FA-4609-C5C99D425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071BE-0CDC-4BAD-B2F2-72B697FE389A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741B5-C855-59BB-9DFC-2916BCFC5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E4206-3D64-563B-CCB5-AB209883B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CC194-6AD3-45BA-9639-F3CF239F3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9018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448942-CFB4-FA2E-3725-AED5007BE0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86A16-9D07-D52B-27A5-9E32DA3E3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7D39D-03C1-655A-ADD6-0ED151557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071BE-0CDC-4BAD-B2F2-72B697FE389A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2D702-CAD4-DFEA-F118-7F99E8E18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97054-0441-E67A-057A-6CD6DED42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CC194-6AD3-45BA-9639-F3CF239F3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939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22683A-1664-5381-320B-192250806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7B8A9-062E-114C-9B28-2BCFA127D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C6F76-8083-C539-0719-203327DEDA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071BE-0CDC-4BAD-B2F2-72B697FE389A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BCDCE-62E4-03E3-7823-A4EAD94641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95B15-724C-13F2-7CA3-820BD162A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CC194-6AD3-45BA-9639-F3CF239F3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341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7FD82A-1D41-2CE3-727F-CE52E02113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E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E72D96-3985-0FF2-4311-B80346447705}"/>
              </a:ext>
            </a:extLst>
          </p:cNvPr>
          <p:cNvSpPr txBox="1"/>
          <p:nvPr/>
        </p:nvSpPr>
        <p:spPr>
          <a:xfrm>
            <a:off x="2212623" y="2459504"/>
            <a:ext cx="7924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Legacies Group HR Data Analysis</a:t>
            </a:r>
          </a:p>
        </p:txBody>
      </p:sp>
    </p:spTree>
    <p:extLst>
      <p:ext uri="{BB962C8B-B14F-4D97-AF65-F5344CB8AC3E}">
        <p14:creationId xmlns:p14="http://schemas.microsoft.com/office/powerpoint/2010/main" val="1045232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data presentation&#10;&#10;Description automatically generated">
            <a:extLst>
              <a:ext uri="{FF2B5EF4-FFF2-40B4-BE49-F238E27FC236}">
                <a16:creationId xmlns:a16="http://schemas.microsoft.com/office/drawing/2014/main" id="{FEB66EC3-14BF-05FC-6904-A97AE147B2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8" y="0"/>
            <a:ext cx="12101468" cy="6857999"/>
          </a:xfrm>
        </p:spPr>
      </p:pic>
    </p:spTree>
    <p:extLst>
      <p:ext uri="{BB962C8B-B14F-4D97-AF65-F5344CB8AC3E}">
        <p14:creationId xmlns:p14="http://schemas.microsoft.com/office/powerpoint/2010/main" val="4052229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data analysis&#10;&#10;Description automatically generated">
            <a:extLst>
              <a:ext uri="{FF2B5EF4-FFF2-40B4-BE49-F238E27FC236}">
                <a16:creationId xmlns:a16="http://schemas.microsoft.com/office/drawing/2014/main" id="{9C4B64EB-5832-B7DB-15C1-3B511ABD5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137" y="0"/>
            <a:ext cx="12237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339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data analysis&#10;&#10;Description automatically generated">
            <a:extLst>
              <a:ext uri="{FF2B5EF4-FFF2-40B4-BE49-F238E27FC236}">
                <a16:creationId xmlns:a16="http://schemas.microsoft.com/office/drawing/2014/main" id="{F41470B3-BE0B-7540-9D5A-165407636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412" y="0"/>
            <a:ext cx="122814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078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ocument with text on it&#10;&#10;Description automatically generated">
            <a:extLst>
              <a:ext uri="{FF2B5EF4-FFF2-40B4-BE49-F238E27FC236}">
                <a16:creationId xmlns:a16="http://schemas.microsoft.com/office/drawing/2014/main" id="{C5E50115-40F1-FED5-BA21-1BD72BC906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704" y="0"/>
            <a:ext cx="122997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62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9DD151-B3B5-F3EC-BDBE-57AD7FAD20B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E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B6A25-5F56-446F-595B-1CF3F34FF092}"/>
              </a:ext>
            </a:extLst>
          </p:cNvPr>
          <p:cNvSpPr txBox="1"/>
          <p:nvPr/>
        </p:nvSpPr>
        <p:spPr>
          <a:xfrm>
            <a:off x="2641600" y="2705725"/>
            <a:ext cx="711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294502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</Words>
  <Application>Microsoft Office PowerPoint</Application>
  <PresentationFormat>Widescreen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folasade oluwatosin</dc:creator>
  <cp:lastModifiedBy>folasade oluwatosin</cp:lastModifiedBy>
  <cp:revision>1</cp:revision>
  <dcterms:created xsi:type="dcterms:W3CDTF">2023-07-06T22:04:42Z</dcterms:created>
  <dcterms:modified xsi:type="dcterms:W3CDTF">2023-07-06T22:24:20Z</dcterms:modified>
</cp:coreProperties>
</file>