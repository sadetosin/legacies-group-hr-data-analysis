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2E2"/>
    <a:srgbClr val="F4F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EC25-A60C-6921-6FD8-92391AF49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90CCA-0046-752F-4F0B-53D505436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C490E-CCB5-7530-FBCD-BD42157A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B349C-C30F-7EDE-C158-ADD380B2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7895-3380-77D1-5EC5-8951726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56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0AD6-F932-DB55-6B4F-5F250FCB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AFDCF-F740-B9D8-86C1-31B07B99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5452-5ADA-5FC7-7D75-4C8C9777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CD27B-E953-A749-D01A-ACCE58CB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1EFD8-8CEF-6678-B4ED-6C76D9A2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89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B4B3-168C-9FF4-6BE0-7E0D52F9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3E730-8CB0-FD7B-E8B4-9AAA94371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F574E-81AB-8470-4EA4-1D714C3B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20528-A39A-AB66-D811-E81B7D54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DCB50-0E43-CE36-18CA-368492EB7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68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E406-160D-A1FE-F482-99095940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D04D1-AEDA-66E0-21DC-6A43C0796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75290-B7A0-4A5A-87E6-97BD8467B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6C122-81C1-A603-AC9A-F23C4806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7E529-865D-E49B-2AD7-FC2EDA1F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02665-97E7-57F3-2C11-0CAB5247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99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8CAF-BD1B-A101-4C78-339F2315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AB500-0D85-5692-71DE-21DBDDECC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9AD55-0FB3-C2FC-6018-5F4CC0BB4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A0D9E-17CC-A973-65FB-49B3582CD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A81F1-AD6C-BA72-23D6-A3695F371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B8855F-7284-77C9-7E8E-8CDA2593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194EAC-C1B2-0985-3C0A-E7DCCB38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5EF32-377B-576D-35B8-CCE31FF0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379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2252-51BC-27D9-FF41-CE83C01E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93A51-1F9A-BA14-72FB-D2F7438F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0AB527-BF06-EAE4-D079-17EA0AE35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2604E-0E99-4A9E-5B16-F4715DD8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539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FB300-41CF-1F5D-88DC-9CB32B6F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DAECA-31AA-F1C2-00D7-12D2AB5B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7271D-648F-530A-3E72-71ECC2A4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463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A667-927F-EEC9-7E26-F9E6397D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B0BFB-FD05-7D9C-8752-86BB39C23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1F70C-B857-9E0E-1A68-237EFDAF1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E90E0-A02B-0FF7-DF41-9F4A8F399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957D-46B6-4E0B-B0ED-988546B4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2274F-DEC2-88A7-0351-C79AFBA0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17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C178-2810-FE5C-C2DC-20A1DEE8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323C9-B741-D06A-572C-06533B647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1BDC1-EA1B-5430-7341-056ADFACD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9B456-3D64-C8A2-65C8-0A68A7F9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6456B-FC3D-8908-8F97-992C5037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8EAA3-8E67-17B7-03BD-9AAE17AF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93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6388-F496-CB55-D924-CB5F7728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66B6D-E8CA-A83E-A75A-1E1A3A93F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2AE8F-EF85-7F9A-3F89-7DD74E40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DD969-15E1-54C0-2F94-F7D4901B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7E531-7BA3-D013-92D8-E1BB6439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2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978CD-7899-D7B0-C7FE-A2B653D5E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9348E-6C8F-E2D6-461F-EDC56BD38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920DD-045A-7A70-1768-4B4A5856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CBBD4-CFEC-FF30-21C8-B5BF859E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13483-4973-2320-796F-4D9ED2A1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53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FB9FE-50DF-42DF-E5C4-A827705F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A9962-7358-E832-7C0E-C474066A3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51100-F131-150A-AE28-7283954B7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B9386-5FB9-4D79-B770-4C76453ACAD6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CA7CE-5157-A329-4AD5-9C735E4EE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12FDD-2A3C-565D-7DC5-BB9C4B63E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D2304-591E-4EAF-AF02-588C6041AD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46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D6F2DC-A368-27CC-961B-5786F84872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 Assignment</a:t>
            </a:r>
          </a:p>
        </p:txBody>
      </p:sp>
    </p:spTree>
    <p:extLst>
      <p:ext uri="{BB962C8B-B14F-4D97-AF65-F5344CB8AC3E}">
        <p14:creationId xmlns:p14="http://schemas.microsoft.com/office/powerpoint/2010/main" val="4294480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B40D-881A-CF09-EBE0-F139EE19F5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AD569-FE2E-D039-C2C9-559D5A3F3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screenshot of a data report&#10;&#10;Description automatically generated">
            <a:extLst>
              <a:ext uri="{FF2B5EF4-FFF2-40B4-BE49-F238E27FC236}">
                <a16:creationId xmlns:a16="http://schemas.microsoft.com/office/drawing/2014/main" id="{EA95E6CC-8EF5-122C-2704-359F9CDE7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81248"/>
            <a:ext cx="12077700" cy="669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90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2472D-C723-22A0-8041-751940F9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D984CE77-0B68-BAD0-9DD6-2550D7F58D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" y="57150"/>
            <a:ext cx="12087225" cy="6743700"/>
          </a:xfrm>
        </p:spPr>
      </p:pic>
    </p:spTree>
    <p:extLst>
      <p:ext uri="{BB962C8B-B14F-4D97-AF65-F5344CB8AC3E}">
        <p14:creationId xmlns:p14="http://schemas.microsoft.com/office/powerpoint/2010/main" val="203406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4478-E662-6D7C-D8E2-0DBF38BA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data analysis&#10;&#10;Description automatically generated">
            <a:extLst>
              <a:ext uri="{FF2B5EF4-FFF2-40B4-BE49-F238E27FC236}">
                <a16:creationId xmlns:a16="http://schemas.microsoft.com/office/drawing/2014/main" id="{BC5AEDE9-BA0A-2A7A-FF7B-B191B604E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0" y="42771"/>
            <a:ext cx="12091080" cy="6772457"/>
          </a:xfrm>
        </p:spPr>
      </p:pic>
    </p:spTree>
    <p:extLst>
      <p:ext uri="{BB962C8B-B14F-4D97-AF65-F5344CB8AC3E}">
        <p14:creationId xmlns:p14="http://schemas.microsoft.com/office/powerpoint/2010/main" val="286476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4836-D4BB-E436-4B29-EBAB3034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close-up of a document&#10;&#10;Description automatically generated">
            <a:extLst>
              <a:ext uri="{FF2B5EF4-FFF2-40B4-BE49-F238E27FC236}">
                <a16:creationId xmlns:a16="http://schemas.microsoft.com/office/drawing/2014/main" id="{D00E03CB-6398-D878-111D-60505D365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8" y="50511"/>
            <a:ext cx="12065723" cy="6756978"/>
          </a:xfrm>
        </p:spPr>
      </p:pic>
    </p:spTree>
    <p:extLst>
      <p:ext uri="{BB962C8B-B14F-4D97-AF65-F5344CB8AC3E}">
        <p14:creationId xmlns:p14="http://schemas.microsoft.com/office/powerpoint/2010/main" val="2540753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folasade oluwatosin</dc:creator>
  <cp:lastModifiedBy>folasade oluwatosin</cp:lastModifiedBy>
  <cp:revision>2</cp:revision>
  <dcterms:created xsi:type="dcterms:W3CDTF">2023-07-06T20:12:01Z</dcterms:created>
  <dcterms:modified xsi:type="dcterms:W3CDTF">2023-07-06T20:32:58Z</dcterms:modified>
</cp:coreProperties>
</file>